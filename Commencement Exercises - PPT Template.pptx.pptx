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0" r:id="rId2"/>
  </p:sldIdLst>
  <p:sldSz cx="18288000" cy="10287000"/>
  <p:notesSz cx="6858000" cy="9144000"/>
  <p:embeddedFontLst>
    <p:embeddedFont>
      <p:font typeface="Arimo" panose="020B0604020202020204" charset="0"/>
      <p:regular r:id="rId3"/>
    </p:embeddedFont>
    <p:embeddedFont>
      <p:font typeface="Arimo Bold" panose="020B0604020202020204" charset="0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90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CD80111C-4D8A-4AB9-86C3-6798C9818D8F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99259" y="5585317"/>
            <a:ext cx="6910749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FFFF00"/>
                </a:solidFill>
                <a:latin typeface="Arimo Bold"/>
                <a:ea typeface="Arimo Bold"/>
                <a:cs typeface="Arimo Bold"/>
                <a:sym typeface="Arimo Bold"/>
              </a:rPr>
              <a:t>SURNAME_PLACEHOLDER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68385" y="6828034"/>
            <a:ext cx="5972508" cy="144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FIRSTNAME_PLACEHOLDER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9500" y="7755303"/>
            <a:ext cx="519026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COURSE_PLACEHOLDER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3190" y="4286574"/>
            <a:ext cx="597250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STI College Cubao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Arimo Bold</vt:lpstr>
      <vt:lpstr>Arimo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Commencement Exercises - PPT Template.pptx</dc:title>
  <cp:lastModifiedBy>Lei</cp:lastModifiedBy>
  <cp:revision>9</cp:revision>
  <dcterms:created xsi:type="dcterms:W3CDTF">2006-08-16T00:00:00Z</dcterms:created>
  <dcterms:modified xsi:type="dcterms:W3CDTF">2026-06-26T16:42:24Z</dcterms:modified>
  <dc:identifier>DAHNdr_c2k8</dc:identifier>
</cp:coreProperties>
</file>